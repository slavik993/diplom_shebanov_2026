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2"/>
  </p:handoutMasterIdLst>
  <p:sldIdLst>
    <p:sldId id="340" r:id="rId4"/>
    <p:sldId id="341" r:id="rId6"/>
    <p:sldId id="342" r:id="rId7"/>
    <p:sldId id="372" r:id="rId8"/>
    <p:sldId id="376" r:id="rId9"/>
    <p:sldId id="381" r:id="rId10"/>
    <p:sldId id="393" r:id="rId11"/>
  </p:sldIdLst>
  <p:sldSz cx="12192000" cy="6858000"/>
  <p:notesSz cx="6858000" cy="9144000"/>
  <p:embeddedFontLst>
    <p:embeddedFont>
      <p:font typeface="Inter" panose="02000503000000020004" charset="0"/>
      <p:regular r:id="rId16"/>
      <p:bold r:id="rId17"/>
    </p:embeddedFont>
    <p:embeddedFont>
      <p:font typeface="Inter Black" panose="02000503000000020004" charset="0"/>
      <p:bold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BF8"/>
    <a:srgbClr val="4AC7F9"/>
    <a:srgbClr val="47B2FA"/>
    <a:srgbClr val="54A6FB"/>
    <a:srgbClr val="4589FB"/>
    <a:srgbClr val="4675FC"/>
    <a:srgbClr val="54FDED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06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26.xml"/><Relationship Id="rId29" Type="http://schemas.openxmlformats.org/officeDocument/2006/relationships/tags" Target="../tags/tag152.xml"/><Relationship Id="rId28" Type="http://schemas.openxmlformats.org/officeDocument/2006/relationships/tags" Target="../tags/tag151.xml"/><Relationship Id="rId27" Type="http://schemas.openxmlformats.org/officeDocument/2006/relationships/tags" Target="../tags/tag150.xml"/><Relationship Id="rId26" Type="http://schemas.openxmlformats.org/officeDocument/2006/relationships/tags" Target="../tags/tag149.xml"/><Relationship Id="rId25" Type="http://schemas.openxmlformats.org/officeDocument/2006/relationships/tags" Target="../tags/tag148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tags" Target="../tags/tag125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6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7.xml"/><Relationship Id="rId3" Type="http://schemas.openxmlformats.org/officeDocument/2006/relationships/image" Target="../media/image5.png"/><Relationship Id="rId2" Type="http://schemas.openxmlformats.org/officeDocument/2006/relationships/tags" Target="../tags/tag16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tags" Target="../tags/tag169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tags" Target="../tags/tag171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tags" Target="../tags/tag16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7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1" Type="http://schemas.openxmlformats.org/officeDocument/2006/relationships/notesSlide" Target="../notesSlides/notesSlide7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79.xml"/><Relationship Id="rId29" Type="http://schemas.openxmlformats.org/officeDocument/2006/relationships/tags" Target="../tags/tag205.xml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3318" y="316611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zh-C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Сервера </a:t>
            </a:r>
            <a:r>
              <a:rPr lang="en-US" altLang="zh-C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ComfyUI</a:t>
            </a:r>
            <a:endParaRPr lang="en-US" altLang="zh-CN" sz="6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479675" y="227203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zh-CN" sz="6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Ручной запуск  </a:t>
            </a:r>
            <a:endParaRPr lang="en-US" altLang="zh-CN" sz="6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629150" y="4827270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476750" y="4907598"/>
            <a:ext cx="3238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Reporter: </a:t>
            </a:r>
            <a:r>
              <a:rPr lang="ru-RU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Шебанов В</a:t>
            </a:r>
            <a:r>
              <a:rPr lang="en-US" altLang="ru-RU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.</a:t>
            </a:r>
            <a:r>
              <a:rPr lang="ru-RU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В</a:t>
            </a:r>
            <a:endParaRPr lang="ru-RU" altLang="zh-CN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6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9455" y="680720"/>
            <a:ext cx="2407920" cy="501650"/>
            <a:chOff x="1133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7"/>
              </p:custDataLst>
            </p:nvPr>
          </p:nvSpPr>
          <p:spPr>
            <a:xfrm>
              <a:off x="1403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8"/>
              </p:custDataLst>
            </p:nvPr>
          </p:nvSpPr>
          <p:spPr>
            <a:xfrm>
              <a:off x="1133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1214755" y="814070"/>
            <a:ext cx="12649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 sz="1000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МУИВ</a:t>
            </a:r>
            <a:endParaRPr lang="ru-RU" altLang="en-US" sz="1000" dirty="0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10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11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153853" y="1996440"/>
            <a:ext cx="3869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 cap="all" dirty="0">
                <a:solidFill>
                  <a:schemeClr val="bg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science</a:t>
            </a:r>
            <a:endParaRPr lang="zh-CN" altLang="en-US" sz="1200" cap="all" dirty="0">
              <a:solidFill>
                <a:schemeClr val="bg1"/>
              </a:solidFill>
              <a:uFillTx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5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6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7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8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9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21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24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5" name="半闭框 54"/>
          <p:cNvSpPr/>
          <p:nvPr/>
        </p:nvSpPr>
        <p:spPr>
          <a:xfrm rot="10800000" flipH="1" flipV="1">
            <a:off x="4577154" y="47769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7279714" y="509956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5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6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7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8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2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3"/>
            </p:custDataLst>
          </p:nvPr>
        </p:nvSpPr>
        <p:spPr>
          <a:xfrm>
            <a:off x="4150995" y="493395"/>
            <a:ext cx="3890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ru-RU" altLang="zh-CN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Шаг 1</a:t>
            </a:r>
            <a:endParaRPr lang="ru-RU" altLang="zh-CN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 flipH="1">
            <a:off x="1261110" y="221361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05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>
            <p:custDataLst>
              <p:tags r:id="rId5"/>
            </p:custDataLst>
          </p:nvPr>
        </p:nvGrpSpPr>
        <p:grpSpPr>
          <a:xfrm rot="0">
            <a:off x="614680" y="2994660"/>
            <a:ext cx="3560445" cy="766445"/>
            <a:chOff x="1279" y="3137"/>
            <a:chExt cx="5607" cy="1299"/>
          </a:xfrm>
        </p:grpSpPr>
        <p:sp>
          <p:nvSpPr>
            <p:cNvPr id="31" name="平行四边形 30"/>
            <p:cNvSpPr/>
            <p:nvPr>
              <p:custDataLst>
                <p:tags r:id="rId6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32" name="平行四边形 31"/>
            <p:cNvSpPr/>
            <p:nvPr>
              <p:custDataLst>
                <p:tags r:id="rId7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 flipH="1">
            <a:off x="1124585" y="3096895"/>
            <a:ext cx="249364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Открыть в проводнике папку </a:t>
            </a:r>
            <a:r>
              <a:rPr lang="en-US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ComfyUI</a:t>
            </a:r>
            <a:endParaRPr lang="en-US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870" y="1638300"/>
            <a:ext cx="3430905" cy="465201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526" y="4535"/>
                <a:ext cx="6169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VSCode</a:t>
                </a:r>
                <a:endParaRPr lang="en-US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417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01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r>
                  <a:rPr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Add a short description</a:t>
                </a:r>
                <a:endParaRPr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Окрыть в </a:t>
            </a:r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VS CODE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515" y="1110615"/>
            <a:ext cx="4030980" cy="49002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308610" y="1975485"/>
            <a:ext cx="6898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Путь</a:t>
            </a:r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: </a:t>
            </a:r>
            <a:r>
              <a:rPr lang="en-US" altLang="ru-RU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C:\Diplom_Shebanov_2026\SDGVM\Assets\ComfyUI\ComfyUI</a:t>
            </a:r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 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/>
          <p:cNvSpPr/>
          <p:nvPr>
            <p:custDataLst>
              <p:tags r:id="rId1"/>
            </p:custDataLst>
          </p:nvPr>
        </p:nvSpPr>
        <p:spPr>
          <a:xfrm rot="10800000">
            <a:off x="652780" y="4919345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pic>
        <p:nvPicPr>
          <p:cNvPr id="103" name="图片 102" descr="VCG211292673800"/>
          <p:cNvPicPr>
            <a:picLocks noChangeAspect="1"/>
          </p:cNvPicPr>
          <p:nvPr/>
        </p:nvPicPr>
        <p:blipFill>
          <a:blip r:embed="rId3"/>
          <a:srcRect l="-174" t="7595" r="174" b="11821"/>
          <a:stretch>
            <a:fillRect/>
          </a:stretch>
        </p:blipFill>
        <p:spPr>
          <a:xfrm>
            <a:off x="4827905" y="2712720"/>
            <a:ext cx="6571615" cy="2978150"/>
          </a:xfrm>
          <a:prstGeom prst="rect">
            <a:avLst/>
          </a:prstGeom>
        </p:spPr>
      </p:pic>
      <p:sp>
        <p:nvSpPr>
          <p:cNvPr id="98" name="Content Placeholder 2"/>
          <p:cNvSpPr/>
          <p:nvPr/>
        </p:nvSpPr>
        <p:spPr>
          <a:xfrm>
            <a:off x="1816100" y="504380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2" name="图片 101" descr="343439383331313b343532303031393bd2b5bca8b9dcc0e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6985" y="5188585"/>
            <a:ext cx="286385" cy="28638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6"/>
            </p:custDataLst>
          </p:nvPr>
        </p:nvSpPr>
        <p:spPr>
          <a:xfrm rot="10800000">
            <a:off x="652780" y="1629410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5" name="Content Placeholder 2"/>
          <p:cNvSpPr/>
          <p:nvPr/>
        </p:nvSpPr>
        <p:spPr>
          <a:xfrm>
            <a:off x="1773555" y="177990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99" name="图片 98" descr="343439383331313b343532303033313bd3a6d3c3c9ccb3c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9525" y="1924050"/>
            <a:ext cx="294005" cy="294005"/>
          </a:xfrm>
          <a:prstGeom prst="rect">
            <a:avLst/>
          </a:prstGeom>
        </p:spPr>
      </p:pic>
      <p:sp>
        <p:nvSpPr>
          <p:cNvPr id="16" name="平行四边形 15"/>
          <p:cNvSpPr/>
          <p:nvPr>
            <p:custDataLst>
              <p:tags r:id="rId9"/>
            </p:custDataLst>
          </p:nvPr>
        </p:nvSpPr>
        <p:spPr>
          <a:xfrm rot="10800000">
            <a:off x="652780" y="2726055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6" name="Content Placeholder 2"/>
          <p:cNvSpPr/>
          <p:nvPr/>
        </p:nvSpPr>
        <p:spPr>
          <a:xfrm>
            <a:off x="1784350" y="288226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0" name="图片 99" descr="343439383331313b343532303032343bb7a2b2bcb9dcc0ed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9680" y="2958465"/>
            <a:ext cx="353695" cy="353695"/>
          </a:xfrm>
          <a:prstGeom prst="rect">
            <a:avLst/>
          </a:prstGeom>
        </p:spPr>
      </p:pic>
      <p:sp>
        <p:nvSpPr>
          <p:cNvPr id="18" name="平行四边形 17"/>
          <p:cNvSpPr/>
          <p:nvPr>
            <p:custDataLst>
              <p:tags r:id="rId12"/>
            </p:custDataLst>
          </p:nvPr>
        </p:nvSpPr>
        <p:spPr>
          <a:xfrm rot="10800000">
            <a:off x="652780" y="3822700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7" name="Content Placeholder 2"/>
          <p:cNvSpPr/>
          <p:nvPr/>
        </p:nvSpPr>
        <p:spPr>
          <a:xfrm>
            <a:off x="1819275" y="394652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1" name="图片 100" descr="343439383331313b343532303032333bc6f3d2b5bcf2bde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8095" y="4081780"/>
            <a:ext cx="304800" cy="3048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15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YOUR TITLE HERE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91" name="TextBox 16"/>
          <p:cNvSpPr txBox="1"/>
          <p:nvPr/>
        </p:nvSpPr>
        <p:spPr>
          <a:xfrm>
            <a:off x="5912168" y="1629410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Your Title Here </a:t>
            </a:r>
            <a:endParaRPr lang="zh-CN" altLang="en-US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93" name="Rectangle 17"/>
          <p:cNvSpPr/>
          <p:nvPr/>
        </p:nvSpPr>
        <p:spPr>
          <a:xfrm>
            <a:off x="5912485" y="2040890"/>
            <a:ext cx="4402455" cy="57086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 that can be used as demonstrations.</a:t>
            </a:r>
            <a:endParaRPr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9" name="平行四边形 28"/>
          <p:cNvSpPr/>
          <p:nvPr>
            <p:custDataLst>
              <p:tags r:id="rId16"/>
            </p:custDataLst>
          </p:nvPr>
        </p:nvSpPr>
        <p:spPr>
          <a:xfrm rot="10800000" flipH="1">
            <a:off x="6444298" y="1543685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Запуск через терминал</a:t>
            </a:r>
            <a:endParaRPr lang="ru-RU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2665730" y="1823720"/>
            <a:ext cx="6346825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en-US" altLang="ru-RU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python main.py --cpu   </a:t>
            </a:r>
            <a:endParaRPr lang="en-US" altLang="ru-RU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3"/>
            </p:custDataLst>
          </p:nvPr>
        </p:nvSpPr>
        <p:spPr>
          <a:xfrm rot="10800000" flipH="1">
            <a:off x="307975" y="1785620"/>
            <a:ext cx="1106170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8" name="Изображение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63545"/>
            <a:ext cx="9570720" cy="617220"/>
          </a:xfrm>
          <a:prstGeom prst="rect">
            <a:avLst/>
          </a:prstGeom>
        </p:spPr>
      </p:pic>
      <p:pic>
        <p:nvPicPr>
          <p:cNvPr id="26" name="Изображение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578860"/>
            <a:ext cx="9425940" cy="1790700"/>
          </a:xfrm>
          <a:prstGeom prst="rect">
            <a:avLst/>
          </a:prstGeom>
        </p:spPr>
      </p:pic>
      <p:pic>
        <p:nvPicPr>
          <p:cNvPr id="27" name="Изображение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5442585"/>
            <a:ext cx="5074920" cy="6858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3318" y="316611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zh-C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Окончена</a:t>
            </a:r>
            <a:endParaRPr lang="ru-RU" altLang="zh-CN" sz="6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413635" y="225298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zh-CN" sz="6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Инструкция</a:t>
            </a:r>
            <a:endParaRPr lang="ru-RU" altLang="zh-CN" sz="6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629150" y="4827270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476750" y="4907598"/>
            <a:ext cx="3238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Reporter: </a:t>
            </a:r>
            <a:r>
              <a:rPr lang="ru-RU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Шебанов В</a:t>
            </a:r>
            <a:r>
              <a:rPr lang="en-US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.</a:t>
            </a:r>
            <a:r>
              <a:rPr lang="ru-RU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В</a:t>
            </a:r>
            <a:endParaRPr lang="ru-RU" altLang="zh-CN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  <a:sym typeface="+mn-ea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6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9455" y="680720"/>
            <a:ext cx="2407920" cy="501650"/>
            <a:chOff x="1133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7"/>
              </p:custDataLst>
            </p:nvPr>
          </p:nvSpPr>
          <p:spPr>
            <a:xfrm>
              <a:off x="1403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8"/>
              </p:custDataLst>
            </p:nvPr>
          </p:nvSpPr>
          <p:spPr>
            <a:xfrm>
              <a:off x="1133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1214755" y="814070"/>
            <a:ext cx="12649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 sz="1000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МУИВ</a:t>
            </a:r>
            <a:endParaRPr lang="ru-RU" altLang="en-US" sz="1000" dirty="0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10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11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153853" y="1996440"/>
            <a:ext cx="3869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 cap="all" dirty="0">
                <a:solidFill>
                  <a:schemeClr val="bg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zh-CN" altLang="en-US" sz="1200" cap="all" dirty="0">
              <a:solidFill>
                <a:schemeClr val="bg1"/>
              </a:solidFill>
              <a:uFillTx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5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6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7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8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9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21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24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5" name="半闭框 54"/>
          <p:cNvSpPr/>
          <p:nvPr/>
        </p:nvSpPr>
        <p:spPr>
          <a:xfrm rot="10800000" flipH="1" flipV="1">
            <a:off x="4577154" y="47769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7279714" y="509956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5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6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7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8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30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131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6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7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4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6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4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5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296.5,&quot;left&quot;:29.75,&quot;top&quot;:134.4,&quot;width&quot;:900.45}"/>
</p:tagLst>
</file>

<file path=ppt/tags/tag156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9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63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83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184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8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89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9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9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9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9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6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WPS Presentation</Application>
  <PresentationFormat>宽屏</PresentationFormat>
  <Paragraphs>54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SimSun</vt:lpstr>
      <vt:lpstr>Wingdings</vt:lpstr>
      <vt:lpstr>Inter</vt:lpstr>
      <vt:lpstr>Inter Black</vt:lpstr>
      <vt:lpstr>Wingdings</vt:lpstr>
      <vt:lpstr>Helvetica</vt:lpstr>
      <vt:lpstr>Microsoft YaHei</vt:lpstr>
      <vt:lpstr>Arial Unicode MS</vt:lpstr>
      <vt:lpstr>Lato Regular</vt:lpstr>
      <vt:lpstr>Segoe Print</vt:lpstr>
      <vt:lpstr>Roboto Slab Bold</vt:lpstr>
      <vt:lpstr>Roboto Slab Regular</vt:lpstr>
      <vt:lpstr>Montserrat-Regular</vt:lpstr>
      <vt:lpstr>Helvetica Light</vt:lpstr>
      <vt:lpstr>Roboto Medium</vt:lpstr>
      <vt:lpstr>Open Sans Light</vt:lpstr>
      <vt:lpstr>Times New Roman</vt:lpstr>
      <vt:lpstr>Cascadia Code</vt:lpstr>
      <vt:lpstr>XO Thames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Вячеслав Шебанов</cp:lastModifiedBy>
  <cp:revision>172</cp:revision>
  <dcterms:created xsi:type="dcterms:W3CDTF">2019-06-19T02:08:00Z</dcterms:created>
  <dcterms:modified xsi:type="dcterms:W3CDTF">2026-01-02T13:56:21Z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7CD82C50123744B9827CAEBD6B4B7691_11</vt:lpwstr>
  </property>
</Properties>
</file>